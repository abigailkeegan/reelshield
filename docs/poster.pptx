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41148000" cy="3291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o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1148000" cy="32918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